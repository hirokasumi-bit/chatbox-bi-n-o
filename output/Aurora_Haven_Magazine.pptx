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35f50de-77a7-84a0-819e-0701875b2a56}">
          <p14:sldIdLst>
            <p14:sldId id="256"/>
            <p14:sldId id="257"/>
          </p14:sldIdLst>
        </p14:section>
        <p14:section name="Welcome" id="{998d5bd3-809c-b3f1-d7d7-90fba138b82d}">
          <p14:sldIdLst>
            <p14:sldId id="258"/>
            <p14:sldId id="259"/>
            <p14:sldId id="260"/>
            <p14:sldId id="261"/>
            <p14:sldId id="262"/>
          </p14:sldIdLst>
        </p14:section>
        <p14:section name="The City" id="{9c18530f-099e-7775-d9a0-a2c7af314294}">
          <p14:sldIdLst>
            <p14:sldId id="263"/>
            <p14:sldId id="264"/>
            <p14:sldId id="265"/>
            <p14:sldId id="266"/>
            <p14:sldId id="267"/>
            <p14:sldId id="268"/>
          </p14:sldIdLst>
        </p14:section>
        <p14:section name="Signature Districts" id="{370ec0df-f1c9-577c-1648-bb51e47dca0e}">
          <p14:sldIdLst>
            <p14:sldId id="269"/>
            <p14:sldId id="270"/>
            <p14:sldId id="271"/>
            <p14:sldId id="272"/>
            <p14:sldId id="273"/>
            <p14:sldId id="274"/>
            <p14:sldId id="275"/>
            <p14:sldId id="276"/>
            <p14:sldId id="277"/>
            <p14:sldId id="278"/>
            <p14:sldId id="279"/>
          </p14:sldIdLst>
        </p14:section>
        <p14:section name="Living in Aurora Haven" id="{4bc90c0c-34d0-afd8-5d4e-dfe7cebaaae5}">
          <p14:sldIdLst>
            <p14:sldId id="280"/>
            <p14:sldId id="281"/>
            <p14:sldId id="282"/>
            <p14:sldId id="283"/>
            <p14:sldId id="284"/>
            <p14:sldId id="285"/>
            <p14:sldId id="286"/>
            <p14:sldId id="287"/>
            <p14:sldId id="288"/>
          </p14:sldIdLst>
        </p14:section>
        <p14:section name="Invest" id="{86762847-c1fc-f002-2258-ac63be1114d4}">
          <p14:sldIdLst>
            <p14:sldId id="289"/>
          </p14:sldIdLst>
        </p14:section>
        <p14:section name="Guide" id="{09f2c7e6-a6f9-5f2f-66c7-1f36f6533a16}">
          <p14:sldIdLst>
            <p14:sldId id="290"/>
            <p14:sldId id="291"/>
            <p14:sldId id="292"/>
            <p14:sldId id="293"/>
            <p14:sldId id="294"/>
          </p14:sldIdLst>
        </p14:section>
        <p14:section name="Back Cover" id="{8fd46ade-a7b8-7ee9-3944-9be1d3f07fda}">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7.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MagazinePolarCity71844894/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27" name="text-35"/>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0" name="text-38"/>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4" name="text-42"/>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5" name="text-43"/>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6" name="text-44"/>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37" name="text-45"/>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38" name="text-46"/>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39" name="text-47"/>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2" name="text-50"/>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52"/>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5" name="text-53"/>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54"/>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55"/>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8" name="text-56"/>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57"/>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58"/>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1" name="text-59"/>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60"/>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61"/>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4" name="text-62"/>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63"/>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64"/>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7" name="text-65"/>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66"/>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67"/>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0" name="text-68"/>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69"/>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70"/>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3" name="text-71"/>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72"/>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73"/>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6" name="text-74"/>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75"/>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76"/>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9" name="text-77"/>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78"/>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79"/>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2" name="text-80"/>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81"/>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82"/>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5" name="text-83"/>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84"/>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85"/>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8" name="text-86"/>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9" name="text-87"/>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80" name="text-88"/>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81" name="text-89"/>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90"/>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9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3"/>
          <p:cNvSpPr/>
          <p:nvPr/>
        </p:nvSpPr>
        <p:spPr>
          <a:xfrm>
            <a:off x="548640" y="868680"/>
            <a:ext cx="548640" cy="45720"/>
          </a:xfrm>
          <a:prstGeom prst="rect">
            <a:avLst/>
          </a:prstGeom>
          <a:solidFill>
            <a:schemeClr val="tx1"/>
          </a:solidFill>
          <a:ln w="12700">
            <a:solidFill>
              <a:schemeClr val="tx1"/>
            </a:solidFill>
            <a:prstDash val="solid"/>
          </a:ln>
        </p:spPr>
      </p:sp>
      <p:sp>
        <p:nvSpPr>
          <p:cNvPr id="5" name="text-94"/>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5"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6"/>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7"/>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8"/>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9"/>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1" name="text-100"/>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2" name="card-101"/>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102"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3"/>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4"/>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5"/>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10"/>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11"/>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12"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3"/>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4"/>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5"/>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6"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7"/>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8"/>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9"/>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20"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21"/>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22"/>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3"/>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4"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5"/>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6"/>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7"/>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8"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9"/>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30"/>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31"/>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32"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3"/>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4"/>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5"/>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1" name="qr-interview-136" descr="/home/user/chatbox-bi-n-o/magazine/assets/ui/qr_interview.png">
            <a:hlinkClick r:id="rId8" tooltip="Watch our real-world interview"/>
          </p:cNvPr>
          <p:cNvPicPr>
            <a:picLocks noChangeAspect="1"/>
          </p:cNvPicPr>
          <p:nvPr/>
        </p:nvPicPr>
        <p:blipFill>
          <a:blip r:embed="rId7"/>
          <a:stretch>
            <a:fillRect/>
          </a:stretch>
        </p:blipFill>
        <p:spPr>
          <a:xfrm>
            <a:off x="685800" y="8366760"/>
            <a:ext cx="1463040" cy="1463040"/>
          </a:xfrm>
          <a:prstGeom prst="rect">
            <a:avLst/>
          </a:prstGeom>
        </p:spPr>
      </p:pic>
      <p:sp>
        <p:nvSpPr>
          <p:cNvPr id="32" name="text-137"/>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8"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9"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0"/>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1"/>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2"/>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4"/>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5"/>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6"/>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7"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8"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9"/>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50"/>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51"/>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52"/>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3"/>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4"/>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5"/>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6"/>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7"/>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8"/>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9"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60"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61"/>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62"/>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3"/>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5"/>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6"/>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7"/>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8"/>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9"/>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70"/>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71"/>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72"/>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3"/>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4"/>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5"/>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6"/>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7"/>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8"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9"/>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80"/>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81"/>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82"/>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4"/>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5"/>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6"/>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7"/>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8"/>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9"/>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90"/>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91"/>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92"/>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3"/>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4"/>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5"/>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6"/>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7"/>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8"/>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9"/>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200"/>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201"/>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202"/>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3"/>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4"/>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5"/>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6"/>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7"/>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8"/>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9"/>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10"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1"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12"/>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3"/>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4"/>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16"/>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17"/>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18"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9"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20"/>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2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2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2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25"/>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7" name="kicker-dot-226"/>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27"/>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28"/>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29"/>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30"/>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31"/>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32"/>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33"/>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34"/>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35"/>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36"/>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37"/>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38"/>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39"/>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40"/>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4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4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5"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6"/>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7"/>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8"/>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9"/>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50"/>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51"/>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52"/>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3"/>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4"/>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5"/>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6"/>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7"/>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8"/>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9"/>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60"/>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61"/>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Founding Mayor Monument · Civic Center · Snowflake General Hospital · Northern Lights School · Igloo Fresh · Aurora Cinema · Metro</a:t>
            </a:r>
            <a:endParaRPr lang="en-US" sz="950" dirty="0"/>
          </a:p>
        </p:txBody>
      </p:sp>
      <p:sp>
        <p:nvSpPr>
          <p:cNvPr id="22" name="card-262"/>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3"/>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4"/>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5"/>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6"/>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7"/>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8"/>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9"/>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70"/>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71"/>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72"/>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3"/>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74"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75"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76"/>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77"/>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78"/>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79"/>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80"/>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82"/>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283"/>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84"/>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85"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86"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287"/>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288"/>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2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29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292"/>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293"/>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294"/>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295"/>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296"/>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297"/>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298"/>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299"/>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00"/>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01"/>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02"/>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03"/>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04"/>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05"/>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06"/>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07"/>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08"/>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09"/>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10"/>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11"/>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12"/>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13"/>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14"/>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15"/>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16"/>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17"/>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18"/>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19"/>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20"/>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21"/>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22"/>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23"/>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24"/>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25"/>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26"/>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27"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28"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29"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30"/>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3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32"/>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3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34"/>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36"/>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37"/>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38"/>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39"/>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4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4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4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44"/>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45"/>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46"/>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47"/>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48"/>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49"/>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50"/>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51"/>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52"/>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53"/>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54"/>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55"/>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56"/>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57"/>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58"/>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59"/>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60"/>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61"/>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62"/>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63"/>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64"/>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65"/>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66"/>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67"/>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68"/>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69"/>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70"/>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71"/>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372"/>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373"/>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374"/>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375"/>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376"/>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377"/>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378"/>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79"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80"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381"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82"/>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83"/>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84"/>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85"/>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386"/>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388"/>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389"/>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390"/>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391"/>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392"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3"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394"/>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395"/>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396"/>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398"/>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399"/>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0"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1"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02"/>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03"/>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04"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05"/>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06"/>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10"/>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11"/>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12"/>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13"/>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14"/>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15"/>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16"/>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17"/>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18"/>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19"/>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20"/>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21"/>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22"/>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23"/>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24"/>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25"/>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26"/>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27"/>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28"/>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29"/>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30"/>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31"/>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32"/>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33"/>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34"/>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35"/>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3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3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3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40"/>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41"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42"/>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43"/>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44"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45"/>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46"/>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47"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48"/>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49"/>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50"/>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51"/>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52"/>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53"/>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54"/>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55"/>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56"/>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16).</a:t>
            </a:r>
            <a:endParaRPr lang="en-US" sz="800" dirty="0"/>
          </a:p>
        </p:txBody>
      </p:sp>
      <p:sp>
        <p:nvSpPr>
          <p:cNvPr id="22" name="text-457"/>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18).</a:t>
            </a:r>
            <a:endParaRPr lang="en-US" sz="800" dirty="0"/>
          </a:p>
        </p:txBody>
      </p:sp>
      <p:sp>
        <p:nvSpPr>
          <p:cNvPr id="23" name="text-458"/>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22).</a:t>
            </a:r>
            <a:endParaRPr lang="en-US" sz="800" dirty="0"/>
          </a:p>
        </p:txBody>
      </p:sp>
      <p:sp>
        <p:nvSpPr>
          <p:cNvPr id="24" name="row-band-459"/>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60"/>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61"/>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62"/>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63"/>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64"/>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65"/>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66"/>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67"/>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68"/>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69"/>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70"/>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71"/>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472"/>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473"/>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474"/>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475"/>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476"/>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77"/>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7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7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81"/>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82"/>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83"/>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84"/>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85"/>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86"/>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87"/>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88"/>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89"/>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90"/>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91"/>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92"/>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93"/>
          <p:cNvSpPr/>
          <p:nvPr/>
        </p:nvSpPr>
        <p:spPr>
          <a:xfrm>
            <a:off x="2633472" y="3063240"/>
            <a:ext cx="2295144" cy="914"/>
          </a:xfrm>
          <a:prstGeom prst="line">
            <a:avLst/>
          </a:prstGeom>
          <a:noFill/>
          <a:ln w="28575">
            <a:solidFill>
              <a:schemeClr val="accent2"/>
            </a:solidFill>
            <a:prstDash val="solid"/>
            <a:tailEnd type="triangle"/>
          </a:ln>
        </p:spPr>
      </p:sp>
      <p:sp>
        <p:nvSpPr>
          <p:cNvPr id="19" name="text-494"/>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95"/>
          <p:cNvSpPr/>
          <p:nvPr/>
        </p:nvSpPr>
        <p:spPr>
          <a:xfrm>
            <a:off x="2633472" y="3410712"/>
            <a:ext cx="2295144" cy="914"/>
          </a:xfrm>
          <a:prstGeom prst="line">
            <a:avLst/>
          </a:prstGeom>
          <a:noFill/>
          <a:ln w="28575">
            <a:solidFill>
              <a:schemeClr val="bg2"/>
            </a:solidFill>
            <a:prstDash val="solid"/>
            <a:tailEnd type="triangle"/>
          </a:ln>
        </p:spPr>
      </p:sp>
      <p:sp>
        <p:nvSpPr>
          <p:cNvPr id="21" name="text-496"/>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97"/>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98"/>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99"/>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00"/>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01"/>
          <p:cNvSpPr/>
          <p:nvPr/>
        </p:nvSpPr>
        <p:spPr>
          <a:xfrm>
            <a:off x="1325880" y="4507992"/>
            <a:ext cx="914" cy="1179576"/>
          </a:xfrm>
          <a:prstGeom prst="line">
            <a:avLst/>
          </a:prstGeom>
          <a:noFill/>
          <a:ln w="28575">
            <a:solidFill>
              <a:schemeClr val="accent2"/>
            </a:solidFill>
            <a:prstDash val="solid"/>
            <a:tailEnd type="triangle"/>
          </a:ln>
        </p:spPr>
      </p:sp>
      <p:sp>
        <p:nvSpPr>
          <p:cNvPr id="27" name="arrow-502"/>
          <p:cNvSpPr/>
          <p:nvPr/>
        </p:nvSpPr>
        <p:spPr>
          <a:xfrm flipV="1">
            <a:off x="1874520" y="4507992"/>
            <a:ext cx="914" cy="1179576"/>
          </a:xfrm>
          <a:prstGeom prst="line">
            <a:avLst/>
          </a:prstGeom>
          <a:noFill/>
          <a:ln w="28575">
            <a:solidFill>
              <a:schemeClr val="bg2"/>
            </a:solidFill>
            <a:prstDash val="solid"/>
            <a:tailEnd type="triangle"/>
          </a:ln>
        </p:spPr>
      </p:sp>
      <p:sp>
        <p:nvSpPr>
          <p:cNvPr id="28" name="text-503"/>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04"/>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05"/>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06"/>
          <p:cNvSpPr/>
          <p:nvPr/>
        </p:nvSpPr>
        <p:spPr>
          <a:xfrm>
            <a:off x="6464808" y="4489704"/>
            <a:ext cx="914" cy="1078992"/>
          </a:xfrm>
          <a:prstGeom prst="line">
            <a:avLst/>
          </a:prstGeom>
          <a:noFill/>
          <a:ln w="28575">
            <a:solidFill>
              <a:schemeClr val="accent4"/>
            </a:solidFill>
            <a:prstDash val="solid"/>
            <a:tailEnd type="triangle"/>
          </a:ln>
        </p:spPr>
      </p:sp>
      <p:sp>
        <p:nvSpPr>
          <p:cNvPr id="32" name="text-507"/>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08"/>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09"/>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10"/>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11"/>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12"/>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13"/>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14"/>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15"/>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16"/>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17"/>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18"/>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19"/>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20"/>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21"/>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22"/>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23"/>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24"/>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29"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30"/>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31"/>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32"/>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33"/>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34"/>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35"/>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36"/>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37"/>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38"/>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39"/>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40"/>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41"/>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42"/>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43"/>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44"/>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45"/>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46"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47"/>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48"/>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49"/>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50"/>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551"/>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552"/>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553"/>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554"/>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555"/>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56"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57"/>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58"/>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59"/>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60"/>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62"/>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63"/>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64"/>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65"/>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66"/>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67"/>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68"/>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69"/>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70"/>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71"/>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72"/>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73"/>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74"/>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75"/>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76"/>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77"/>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78"/>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79"/>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80"/>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81"/>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82"/>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83"/>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584"/>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585"/>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586"/>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587"/>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588"/>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589"/>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590"/>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591"/>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592"/>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593"/>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9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9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9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98"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99"/>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600"/>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601"/>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602"/>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603"/>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604"/>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605"/>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606"/>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607"/>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608"/>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609"/>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610"/>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611"/>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612"/>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613"/>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614"/>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615"/>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616"/>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617"/>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618"/>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619"/>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620"/>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621"/>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622"/>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623"/>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624"/>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25"/>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29"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30"/>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31"/>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32"/>
          <p:cNvSpPr/>
          <p:nvPr/>
        </p:nvSpPr>
        <p:spPr>
          <a:xfrm>
            <a:off x="1315974" y="6153912"/>
            <a:ext cx="620268" cy="914"/>
          </a:xfrm>
          <a:prstGeom prst="line">
            <a:avLst/>
          </a:prstGeom>
          <a:noFill/>
          <a:ln w="22225">
            <a:solidFill>
              <a:schemeClr val="accent4"/>
            </a:solidFill>
            <a:prstDash val="solid"/>
            <a:tailEnd type="triangle"/>
          </a:ln>
        </p:spPr>
      </p:sp>
      <p:sp>
        <p:nvSpPr>
          <p:cNvPr id="9" name="marker-633"/>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34"/>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35"/>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36"/>
          <p:cNvSpPr/>
          <p:nvPr/>
        </p:nvSpPr>
        <p:spPr>
          <a:xfrm>
            <a:off x="2393442" y="6153912"/>
            <a:ext cx="620268" cy="914"/>
          </a:xfrm>
          <a:prstGeom prst="line">
            <a:avLst/>
          </a:prstGeom>
          <a:noFill/>
          <a:ln w="22225">
            <a:solidFill>
              <a:schemeClr val="accent4"/>
            </a:solidFill>
            <a:prstDash val="solid"/>
            <a:tailEnd type="triangle"/>
          </a:ln>
        </p:spPr>
      </p:sp>
      <p:sp>
        <p:nvSpPr>
          <p:cNvPr id="13" name="marker-637"/>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38"/>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39"/>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40"/>
          <p:cNvSpPr/>
          <p:nvPr/>
        </p:nvSpPr>
        <p:spPr>
          <a:xfrm>
            <a:off x="3470910" y="6153912"/>
            <a:ext cx="620268" cy="914"/>
          </a:xfrm>
          <a:prstGeom prst="line">
            <a:avLst/>
          </a:prstGeom>
          <a:noFill/>
          <a:ln w="22225">
            <a:solidFill>
              <a:schemeClr val="accent4"/>
            </a:solidFill>
            <a:prstDash val="solid"/>
            <a:tailEnd type="triangle"/>
          </a:ln>
        </p:spPr>
      </p:sp>
      <p:sp>
        <p:nvSpPr>
          <p:cNvPr id="17" name="marker-641"/>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42"/>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43"/>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44"/>
          <p:cNvSpPr/>
          <p:nvPr/>
        </p:nvSpPr>
        <p:spPr>
          <a:xfrm>
            <a:off x="4548378" y="6153912"/>
            <a:ext cx="620268" cy="914"/>
          </a:xfrm>
          <a:prstGeom prst="line">
            <a:avLst/>
          </a:prstGeom>
          <a:noFill/>
          <a:ln w="22225">
            <a:solidFill>
              <a:schemeClr val="accent4"/>
            </a:solidFill>
            <a:prstDash val="solid"/>
            <a:tailEnd type="triangle"/>
          </a:ln>
        </p:spPr>
      </p:sp>
      <p:sp>
        <p:nvSpPr>
          <p:cNvPr id="21" name="marker-645"/>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46"/>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47"/>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48"/>
          <p:cNvSpPr/>
          <p:nvPr/>
        </p:nvSpPr>
        <p:spPr>
          <a:xfrm>
            <a:off x="5625846" y="6153912"/>
            <a:ext cx="620268" cy="914"/>
          </a:xfrm>
          <a:prstGeom prst="line">
            <a:avLst/>
          </a:prstGeom>
          <a:noFill/>
          <a:ln w="22225">
            <a:solidFill>
              <a:schemeClr val="accent4"/>
            </a:solidFill>
            <a:prstDash val="solid"/>
            <a:tailEnd type="triangle"/>
          </a:ln>
        </p:spPr>
      </p:sp>
      <p:sp>
        <p:nvSpPr>
          <p:cNvPr id="25" name="marker-649"/>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50"/>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51"/>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52"/>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53"/>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54"/>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55"/>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56"/>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57"/>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58"/>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59"/>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60"/>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61"/>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62"/>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63"/>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64"/>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65"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66"/>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67"/>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68"/>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69"/>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71"/>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72"/>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73"/>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74"/>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75"/>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76"/>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77"/>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7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7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8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82"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83"/>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84"/>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85"/>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86"/>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87"/>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88"/>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89"/>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90"/>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91"/>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92"/>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93"/>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94"/>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95"/>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96"/>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97"/>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98"/>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99"/>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700"/>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701"/>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702"/>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703"/>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704"/>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705"/>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706"/>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707"/>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708"/>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709"/>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710"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711"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712"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713"/>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71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715"/>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717"/>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18"/>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19"/>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20"/>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21"/>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22"/>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23"/>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2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28"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729"/>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30"/>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31"/>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32"/>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733"/>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34"/>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735"/>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736"/>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737"/>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738"/>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739"/>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740"/>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41"/>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42"/>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43"/>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4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4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4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48"/>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49"/>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50"/>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51"/>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52"/>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53"/>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54"/>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55"/>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56"/>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57"/>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58"/>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59"/>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60"/>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61"/>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62"/>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63"/>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64"/>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65"/>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66"/>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67"/>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68"/>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69"/>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70"/>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71"/>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72"/>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73"/>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74"/>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75"/>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76"/>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77"/>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78"/>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79"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80"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81"/>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82"/>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83"/>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85"/>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86"/>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87"/>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88"/>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89"/>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90"/>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91"/>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92"/>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93"/>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94"/>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95"/>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96"/>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97"/>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98"/>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99"/>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800"/>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801"/>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802"/>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803"/>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804"/>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805"/>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806"/>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807"/>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808"/>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809"/>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810"/>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811"/>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812"/>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813"/>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814"/>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815"/>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816"/>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817"/>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818"/>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819"/>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820"/>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821"/>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822"/>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823"/>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24"/>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2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30"/>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31"/>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32"/>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33"/>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34"/>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35"/>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36"/>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37"/>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38"/>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39"/>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40"/>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41"/>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42"/>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43"/>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44"/>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45"/>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46"/>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47"/>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48"/>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49"/>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50"/>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51"/>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52"/>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53"/>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54"/>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55"/>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56"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57"/>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58"/>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59"/>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60"/>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61"/>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62"/>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63"/>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64"/>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65"/>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66"/>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6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6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70"/>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12.</a:t>
            </a:r>
            <a:endParaRPr lang="en-US" sz="950" dirty="0"/>
          </a:p>
        </p:txBody>
      </p:sp>
      <p:sp>
        <p:nvSpPr>
          <p:cNvPr id="6" name="text-871"/>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72"/>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73"/>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74"/>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75"/>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76"/>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77"/>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78"/>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79"/>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80"/>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81"/>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82"/>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83"/>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84"/>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85"/>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86"/>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87"/>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88"/>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89"/>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90"/>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91"/>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92"/>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93"/>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94"/>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95"/>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96"/>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97"/>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98"/>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99"/>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900"/>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901"/>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902"/>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903"/>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904"/>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905"/>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906"/>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907"/>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908"/>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909"/>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910"/>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911"/>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912"/>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913"/>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914"/>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915"/>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916"/>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917"/>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918"/>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919"/>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920"/>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921"/>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922"/>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923"/>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924"/>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925"/>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26"/>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27"/>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28"/>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29"/>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30"/>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31"/>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32"/>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33"/>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34"/>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35"/>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36"/>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37"/>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38"/>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39"/>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940"/>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41"/>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42"/>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43"/>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44"/>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45"/>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46"/>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47"/>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48"/>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49"/>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50"/>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51"/>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52"/>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53"/>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54"/>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55"/>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56"/>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57"/>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58"/>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59"/>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60"/>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61"/>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62"/>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63"/>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64"/>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65"/>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66"/>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67"/>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68"/>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69"/>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70"/>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71"/>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72"/>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73"/>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74"/>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75"/>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76"/>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7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7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80"/>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81"/>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82"/>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83"/>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84"/>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85"/>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86"/>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87"/>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88"/>
          <p:cNvSpPr/>
          <p:nvPr/>
        </p:nvSpPr>
        <p:spPr>
          <a:xfrm>
            <a:off x="548640" y="2560320"/>
            <a:ext cx="6464808" cy="0"/>
          </a:xfrm>
          <a:prstGeom prst="line">
            <a:avLst/>
          </a:prstGeom>
          <a:noFill/>
          <a:ln w="9525">
            <a:solidFill>
              <a:schemeClr val="tx2"/>
            </a:solidFill>
            <a:prstDash val="solid"/>
          </a:ln>
        </p:spPr>
      </p:sp>
      <p:sp>
        <p:nvSpPr>
          <p:cNvPr id="14" name="kicker-dot-989"/>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90"/>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91"/>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92"/>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93"/>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94"/>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95"/>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96"/>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97"/>
          <p:cNvSpPr/>
          <p:nvPr/>
        </p:nvSpPr>
        <p:spPr>
          <a:xfrm>
            <a:off x="548640" y="3566160"/>
            <a:ext cx="6464808" cy="0"/>
          </a:xfrm>
          <a:prstGeom prst="line">
            <a:avLst/>
          </a:prstGeom>
          <a:noFill/>
          <a:ln w="9525">
            <a:solidFill>
              <a:schemeClr val="tx2"/>
            </a:solidFill>
            <a:prstDash val="solid"/>
          </a:ln>
        </p:spPr>
      </p:sp>
      <p:sp>
        <p:nvSpPr>
          <p:cNvPr id="23" name="kicker-dot-998"/>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99"/>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1000"/>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1001"/>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1002"/>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1003"/>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1004"/>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1005"/>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1006"/>
          <p:cNvSpPr/>
          <p:nvPr/>
        </p:nvSpPr>
        <p:spPr>
          <a:xfrm>
            <a:off x="548640" y="4572000"/>
            <a:ext cx="6464808" cy="0"/>
          </a:xfrm>
          <a:prstGeom prst="line">
            <a:avLst/>
          </a:prstGeom>
          <a:noFill/>
          <a:ln w="9525">
            <a:solidFill>
              <a:schemeClr val="tx2"/>
            </a:solidFill>
            <a:prstDash val="solid"/>
          </a:ln>
        </p:spPr>
      </p:sp>
      <p:sp>
        <p:nvSpPr>
          <p:cNvPr id="32" name="kicker-dot-1007"/>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1008"/>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1009"/>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1010"/>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1011"/>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1012"/>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1013"/>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1014"/>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1015"/>
          <p:cNvSpPr/>
          <p:nvPr/>
        </p:nvSpPr>
        <p:spPr>
          <a:xfrm>
            <a:off x="548640" y="5577840"/>
            <a:ext cx="6464808" cy="0"/>
          </a:xfrm>
          <a:prstGeom prst="line">
            <a:avLst/>
          </a:prstGeom>
          <a:noFill/>
          <a:ln w="9525">
            <a:solidFill>
              <a:schemeClr val="tx2"/>
            </a:solidFill>
            <a:prstDash val="solid"/>
          </a:ln>
        </p:spPr>
      </p:sp>
      <p:sp>
        <p:nvSpPr>
          <p:cNvPr id="41" name="kicker-dot-1016"/>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1017"/>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1018"/>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1019"/>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1020"/>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1021"/>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1022"/>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1023"/>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1024"/>
          <p:cNvSpPr/>
          <p:nvPr/>
        </p:nvSpPr>
        <p:spPr>
          <a:xfrm>
            <a:off x="548640" y="6583680"/>
            <a:ext cx="6464808" cy="0"/>
          </a:xfrm>
          <a:prstGeom prst="line">
            <a:avLst/>
          </a:prstGeom>
          <a:noFill/>
          <a:ln w="9525">
            <a:solidFill>
              <a:schemeClr val="tx2"/>
            </a:solidFill>
            <a:prstDash val="solid"/>
          </a:ln>
        </p:spPr>
      </p:sp>
      <p:sp>
        <p:nvSpPr>
          <p:cNvPr id="50" name="kicker-dot-1025"/>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1026"/>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1027"/>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1028"/>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1029"/>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1030"/>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1031"/>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1032"/>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1033"/>
          <p:cNvSpPr/>
          <p:nvPr/>
        </p:nvSpPr>
        <p:spPr>
          <a:xfrm>
            <a:off x="548640" y="7589520"/>
            <a:ext cx="6464808" cy="0"/>
          </a:xfrm>
          <a:prstGeom prst="line">
            <a:avLst/>
          </a:prstGeom>
          <a:noFill/>
          <a:ln w="9525">
            <a:solidFill>
              <a:schemeClr val="tx2"/>
            </a:solidFill>
            <a:prstDash val="solid"/>
          </a:ln>
        </p:spPr>
      </p:sp>
      <p:sp>
        <p:nvSpPr>
          <p:cNvPr id="59" name="kicker-dot-1034"/>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1035"/>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1036"/>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1037"/>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1038"/>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1039"/>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1040"/>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41"/>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42"/>
          <p:cNvSpPr/>
          <p:nvPr/>
        </p:nvSpPr>
        <p:spPr>
          <a:xfrm>
            <a:off x="548640" y="8595360"/>
            <a:ext cx="6464808" cy="0"/>
          </a:xfrm>
          <a:prstGeom prst="line">
            <a:avLst/>
          </a:prstGeom>
          <a:noFill/>
          <a:ln w="9525">
            <a:solidFill>
              <a:schemeClr val="tx2"/>
            </a:solidFill>
            <a:prstDash val="solid"/>
          </a:ln>
        </p:spPr>
      </p:sp>
      <p:sp>
        <p:nvSpPr>
          <p:cNvPr id="68" name="kicker-dot-1043"/>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44"/>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45"/>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46"/>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47"/>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48"/>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49"/>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50"/>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51"/>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5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5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5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56"/>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57"/>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58"/>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59"/>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60"/>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61"/>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62"/>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23. They show an idea is reasonable, not exact.</a:t>
            </a:r>
            <a:endParaRPr lang="en-US" sz="850" dirty="0"/>
          </a:p>
        </p:txBody>
      </p:sp>
      <p:sp>
        <p:nvSpPr>
          <p:cNvPr id="12" name="card-1063"/>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64"/>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65"/>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66"/>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67"/>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68"/>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69"/>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70"/>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71"/>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72"/>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73"/>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74"/>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75"/>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76"/>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77"/>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78"/>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79"/>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80"/>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Polar City</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Nguyễn Đông Bảo · Nguyễn Bá Hiếu Thiện · Phan Minh Khôi · Dương Hàng Nguyên · Phạm Phước Khoa · Nguyễn Minh Triết</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81"/>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82"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83"/>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2026-10-28T14:24:55Z</dcterms:created>
  <dcterms:modified xsi:type="dcterms:W3CDTF">2026-10-28T14:24:55Z</dcterms:modified>
</cp:coreProperties>
</file>