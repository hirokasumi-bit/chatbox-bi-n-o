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cdafd31-1622-3bcb-2c39-21deffcf85c4}">
          <p14:sldIdLst>
            <p14:sldId id="256"/>
            <p14:sldId id="257"/>
          </p14:sldIdLst>
        </p14:section>
        <p14:section name="Welcome" id="{c1b3c5c4-3320-6e3e-2578-9a3248e8a575}">
          <p14:sldIdLst>
            <p14:sldId id="258"/>
            <p14:sldId id="259"/>
            <p14:sldId id="260"/>
            <p14:sldId id="261"/>
            <p14:sldId id="262"/>
          </p14:sldIdLst>
        </p14:section>
        <p14:section name="The City" id="{b59d4bf7-8f6e-a933-a71e-b94fcf807b76}">
          <p14:sldIdLst>
            <p14:sldId id="263"/>
            <p14:sldId id="264"/>
            <p14:sldId id="265"/>
            <p14:sldId id="266"/>
            <p14:sldId id="267"/>
            <p14:sldId id="268"/>
          </p14:sldIdLst>
        </p14:section>
        <p14:section name="Signature Districts" id="{87366d40-67af-f3f3-90bc-745617e76ef6}">
          <p14:sldIdLst>
            <p14:sldId id="269"/>
            <p14:sldId id="270"/>
            <p14:sldId id="271"/>
            <p14:sldId id="272"/>
            <p14:sldId id="273"/>
            <p14:sldId id="274"/>
            <p14:sldId id="275"/>
            <p14:sldId id="276"/>
            <p14:sldId id="277"/>
            <p14:sldId id="278"/>
            <p14:sldId id="279"/>
          </p14:sldIdLst>
        </p14:section>
        <p14:section name="Living in Aurora Haven" id="{20411025-0b16-28fc-4217-7e56b420c1cf}">
          <p14:sldIdLst>
            <p14:sldId id="280"/>
            <p14:sldId id="281"/>
            <p14:sldId id="282"/>
            <p14:sldId id="283"/>
            <p14:sldId id="284"/>
            <p14:sldId id="285"/>
            <p14:sldId id="286"/>
            <p14:sldId id="287"/>
          </p14:sldIdLst>
        </p14:section>
        <p14:section name="Invest" id="{38c8dfe2-09e5-0ef5-3e27-716fa4b82919}">
          <p14:sldIdLst>
            <p14:sldId id="288"/>
          </p14:sldIdLst>
        </p14:section>
        <p14:section name="Guide" id="{83be6909-106f-f150-810a-81410bfd31f6}">
          <p14:sldIdLst>
            <p14:sldId id="289"/>
            <p14:sldId id="290"/>
            <p14:sldId id="291"/>
            <p14:sldId id="292"/>
            <p14:sldId id="293"/>
          </p14:sldIdLst>
        </p14:section>
        <p14:section name="Back Cover" id="{3d735f70-56aa-64db-95e9-324ef9a774f0}">
          <p14:sldIdLst>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7.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6.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7.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png"/><Relationship Id="rId3" Type="http://schemas.openxmlformats.org/officeDocument/2006/relationships/slideLayout" Target="../slideLayouts/slideLayout7.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1"/>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5"/>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19"/>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3"/>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0"/>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1"/>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2"/>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3"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4"/>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3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4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5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3"/>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4"/>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5"/>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6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5"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6"/>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7"/>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8"/>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79"/>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1"/>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2"/>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8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9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0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0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0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1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1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1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1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1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22"/>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35.</a:t>
            </a:r>
            <a:endParaRPr lang="en-US" sz="850" dirty="0"/>
          </a:p>
        </p:txBody>
      </p:sp>
      <p:sp>
        <p:nvSpPr>
          <p:cNvPr id="7" name="kicker-dot-223"/>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24"/>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25"/>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26"/>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27"/>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28"/>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29"/>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30"/>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31"/>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32"/>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33"/>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34"/>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35"/>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36"/>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37"/>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4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Founding Mayor Monument · Civic Center · Snowflake General Hospital · Northern Lights School · Igloo Fresh · Aurora Cinema · Metro</a:t>
            </a:r>
            <a:endParaRPr lang="en-US" sz="950" dirty="0"/>
          </a:p>
        </p:txBody>
      </p:sp>
      <p:sp>
        <p:nvSpPr>
          <p:cNvPr id="22" name="card-25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6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71"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72"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73"/>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74"/>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75"/>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76"/>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77"/>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79"/>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80"/>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81"/>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82"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83"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284"/>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285"/>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2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28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289"/>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90"/>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291"/>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92"/>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93"/>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94"/>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295"/>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96"/>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297"/>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298"/>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299"/>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00"/>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01"/>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02"/>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03"/>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04"/>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05"/>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06"/>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07"/>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08"/>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09"/>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10"/>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11"/>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12"/>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13"/>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14"/>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15"/>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16"/>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17"/>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18"/>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19"/>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20"/>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21"/>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22"/>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23"/>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24"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25"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26"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27"/>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28"/>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29"/>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30"/>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31"/>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33"/>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34"/>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35"/>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36"/>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37"/>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41"/>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42"/>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43"/>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44"/>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45"/>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46"/>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47"/>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48"/>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49"/>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50"/>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51"/>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52"/>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53"/>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54"/>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55"/>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56"/>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57"/>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58"/>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59"/>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60"/>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61"/>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62"/>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63"/>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64"/>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65"/>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66"/>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67"/>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68"/>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69"/>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70"/>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71"/>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72"/>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73"/>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74"/>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75"/>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76"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77"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78"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79"/>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8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81"/>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8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383"/>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385"/>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386"/>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87"/>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88"/>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89"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0"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91"/>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39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393"/>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395"/>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396"/>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397"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8"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399"/>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00"/>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01"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02"/>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03"/>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07"/>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08"/>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09"/>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10"/>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11"/>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12"/>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13"/>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14"/>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15"/>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16"/>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17"/>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18"/>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19"/>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20"/>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21"/>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22"/>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23"/>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24"/>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25"/>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26"/>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27"/>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28"/>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29"/>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30"/>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31"/>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32"/>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3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3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3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37"/>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38"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39"/>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40"/>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41"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42"/>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43"/>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44"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45"/>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46"/>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47"/>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48"/>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49"/>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50"/>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51"/>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52"/>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53"/>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54"/>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55"/>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56"/>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57"/>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58"/>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59"/>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60"/>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61"/>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62"/>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63"/>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64"/>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65"/>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66"/>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67"/>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68"/>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69"/>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70"/>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71"/>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72"/>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73"/>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4"/>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7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79"/>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0"/>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1"/>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2"/>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3"/>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4"/>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5"/>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6"/>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87"/>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88"/>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89"/>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0"/>
          <p:cNvSpPr/>
          <p:nvPr/>
        </p:nvSpPr>
        <p:spPr>
          <a:xfrm>
            <a:off x="2633472" y="3063240"/>
            <a:ext cx="2295144" cy="914"/>
          </a:xfrm>
          <a:prstGeom prst="line">
            <a:avLst/>
          </a:prstGeom>
          <a:noFill/>
          <a:ln w="28575">
            <a:solidFill>
              <a:schemeClr val="accent2"/>
            </a:solidFill>
            <a:prstDash val="solid"/>
            <a:tailEnd type="triangle"/>
          </a:ln>
        </p:spPr>
      </p:sp>
      <p:sp>
        <p:nvSpPr>
          <p:cNvPr id="19" name="text-491"/>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2"/>
          <p:cNvSpPr/>
          <p:nvPr/>
        </p:nvSpPr>
        <p:spPr>
          <a:xfrm>
            <a:off x="2633472" y="3410712"/>
            <a:ext cx="2295144" cy="914"/>
          </a:xfrm>
          <a:prstGeom prst="line">
            <a:avLst/>
          </a:prstGeom>
          <a:noFill/>
          <a:ln w="28575">
            <a:solidFill>
              <a:schemeClr val="bg2"/>
            </a:solidFill>
            <a:prstDash val="solid"/>
            <a:tailEnd type="triangle"/>
          </a:ln>
        </p:spPr>
      </p:sp>
      <p:sp>
        <p:nvSpPr>
          <p:cNvPr id="21" name="text-493"/>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4"/>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5"/>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6"/>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97"/>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498"/>
          <p:cNvSpPr/>
          <p:nvPr/>
        </p:nvSpPr>
        <p:spPr>
          <a:xfrm>
            <a:off x="1325880" y="4507992"/>
            <a:ext cx="914" cy="1179576"/>
          </a:xfrm>
          <a:prstGeom prst="line">
            <a:avLst/>
          </a:prstGeom>
          <a:noFill/>
          <a:ln w="28575">
            <a:solidFill>
              <a:schemeClr val="accent2"/>
            </a:solidFill>
            <a:prstDash val="solid"/>
            <a:tailEnd type="triangle"/>
          </a:ln>
        </p:spPr>
      </p:sp>
      <p:sp>
        <p:nvSpPr>
          <p:cNvPr id="27" name="arrow-499"/>
          <p:cNvSpPr/>
          <p:nvPr/>
        </p:nvSpPr>
        <p:spPr>
          <a:xfrm flipV="1">
            <a:off x="1874520" y="4507992"/>
            <a:ext cx="914" cy="1179576"/>
          </a:xfrm>
          <a:prstGeom prst="line">
            <a:avLst/>
          </a:prstGeom>
          <a:noFill/>
          <a:ln w="28575">
            <a:solidFill>
              <a:schemeClr val="bg2"/>
            </a:solidFill>
            <a:prstDash val="solid"/>
            <a:tailEnd type="triangle"/>
          </a:ln>
        </p:spPr>
      </p:sp>
      <p:sp>
        <p:nvSpPr>
          <p:cNvPr id="28" name="text-500"/>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1"/>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2"/>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3"/>
          <p:cNvSpPr/>
          <p:nvPr/>
        </p:nvSpPr>
        <p:spPr>
          <a:xfrm>
            <a:off x="6464808" y="4489704"/>
            <a:ext cx="914" cy="1078992"/>
          </a:xfrm>
          <a:prstGeom prst="line">
            <a:avLst/>
          </a:prstGeom>
          <a:noFill/>
          <a:ln w="28575">
            <a:solidFill>
              <a:schemeClr val="accent4"/>
            </a:solidFill>
            <a:prstDash val="solid"/>
            <a:tailEnd type="triangle"/>
          </a:ln>
        </p:spPr>
      </p:sp>
      <p:sp>
        <p:nvSpPr>
          <p:cNvPr id="32" name="text-504"/>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5"/>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6"/>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07"/>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08"/>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09"/>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0"/>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1"/>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2"/>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3"/>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4"/>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5"/>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6"/>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17"/>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18"/>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19"/>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0"/>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1"/>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6"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27"/>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28"/>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29"/>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0"/>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1"/>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2"/>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3"/>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4"/>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5"/>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6"/>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37"/>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38"/>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39"/>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0"/>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1"/>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2"/>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3"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4"/>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5"/>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6"/>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47"/>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548"/>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549"/>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550"/>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551"/>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552"/>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7"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8"/>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59"/>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0"/>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1"/>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2"/>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3"/>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4"/>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5"/>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6"/>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7"/>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8"/>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69"/>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0"/>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1"/>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2"/>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3"/>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4"/>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5"/>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6"/>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7"/>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8"/>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79"/>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0"/>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1"/>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2"/>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3"/>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8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8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1"/>
          <p:cNvSpPr/>
          <p:nvPr/>
        </p:nvSpPr>
        <p:spPr>
          <a:xfrm>
            <a:off x="1315974" y="6153912"/>
            <a:ext cx="620268" cy="914"/>
          </a:xfrm>
          <a:prstGeom prst="line">
            <a:avLst/>
          </a:prstGeom>
          <a:noFill/>
          <a:ln w="22225">
            <a:solidFill>
              <a:schemeClr val="accent4"/>
            </a:solidFill>
            <a:prstDash val="solid"/>
            <a:tailEnd type="triangle"/>
          </a:ln>
        </p:spPr>
      </p:sp>
      <p:sp>
        <p:nvSpPr>
          <p:cNvPr id="9" name="marker-59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5"/>
          <p:cNvSpPr/>
          <p:nvPr/>
        </p:nvSpPr>
        <p:spPr>
          <a:xfrm>
            <a:off x="2393442" y="6153912"/>
            <a:ext cx="620268" cy="914"/>
          </a:xfrm>
          <a:prstGeom prst="line">
            <a:avLst/>
          </a:prstGeom>
          <a:noFill/>
          <a:ln w="22225">
            <a:solidFill>
              <a:schemeClr val="accent4"/>
            </a:solidFill>
            <a:prstDash val="solid"/>
            <a:tailEnd type="triangle"/>
          </a:ln>
        </p:spPr>
      </p:sp>
      <p:sp>
        <p:nvSpPr>
          <p:cNvPr id="13" name="marker-59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99"/>
          <p:cNvSpPr/>
          <p:nvPr/>
        </p:nvSpPr>
        <p:spPr>
          <a:xfrm>
            <a:off x="3470910" y="6153912"/>
            <a:ext cx="620268" cy="914"/>
          </a:xfrm>
          <a:prstGeom prst="line">
            <a:avLst/>
          </a:prstGeom>
          <a:noFill/>
          <a:ln w="22225">
            <a:solidFill>
              <a:schemeClr val="accent4"/>
            </a:solidFill>
            <a:prstDash val="solid"/>
            <a:tailEnd type="triangle"/>
          </a:ln>
        </p:spPr>
      </p:sp>
      <p:sp>
        <p:nvSpPr>
          <p:cNvPr id="17" name="marker-60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3"/>
          <p:cNvSpPr/>
          <p:nvPr/>
        </p:nvSpPr>
        <p:spPr>
          <a:xfrm>
            <a:off x="4548378" y="6153912"/>
            <a:ext cx="620268" cy="914"/>
          </a:xfrm>
          <a:prstGeom prst="line">
            <a:avLst/>
          </a:prstGeom>
          <a:noFill/>
          <a:ln w="22225">
            <a:solidFill>
              <a:schemeClr val="accent4"/>
            </a:solidFill>
            <a:prstDash val="solid"/>
            <a:tailEnd type="triangle"/>
          </a:ln>
        </p:spPr>
      </p:sp>
      <p:sp>
        <p:nvSpPr>
          <p:cNvPr id="21" name="marker-60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7"/>
          <p:cNvSpPr/>
          <p:nvPr/>
        </p:nvSpPr>
        <p:spPr>
          <a:xfrm>
            <a:off x="5625846" y="6153912"/>
            <a:ext cx="620268" cy="914"/>
          </a:xfrm>
          <a:prstGeom prst="line">
            <a:avLst/>
          </a:prstGeom>
          <a:noFill/>
          <a:ln w="22225">
            <a:solidFill>
              <a:schemeClr val="accent4"/>
            </a:solidFill>
            <a:prstDash val="solid"/>
            <a:tailEnd type="triangle"/>
          </a:ln>
        </p:spPr>
      </p:sp>
      <p:sp>
        <p:nvSpPr>
          <p:cNvPr id="25" name="marker-60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0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6"/>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7"/>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8"/>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19"/>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0"/>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1"/>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2"/>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3"/>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picture-624"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5"/>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6"/>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7"/>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8"/>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0"/>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1"/>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2"/>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3"/>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4"/>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5"/>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6"/>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dot-6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1"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2"/>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3"/>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4"/>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5"/>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6"/>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7"/>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8"/>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49"/>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0"/>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1"/>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2"/>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3"/>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4"/>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5"/>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6"/>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7"/>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8"/>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59"/>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0"/>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1"/>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2"/>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3"/>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4"/>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5"/>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6"/>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7"/>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8"/>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picture-669"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0"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1"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4"/>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6"/>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7"/>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8"/>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79"/>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0"/>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1"/>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2"/>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68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8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9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0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0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1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2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picture-73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3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4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5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6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3"/>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4"/>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5"/>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6"/>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7"/>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8"/>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79"/>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0"/>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32.</a:t>
            </a:r>
            <a:endParaRPr lang="en-US" sz="850" dirty="0"/>
          </a:p>
        </p:txBody>
      </p:sp>
      <p:sp>
        <p:nvSpPr>
          <p:cNvPr id="46" name="card-78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dot-7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8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9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0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19"/>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0"/>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1"/>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2"/>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3"/>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4"/>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12.</a:t>
            </a:r>
            <a:endParaRPr lang="en-US" sz="950" dirty="0"/>
          </a:p>
        </p:txBody>
      </p:sp>
      <p:sp>
        <p:nvSpPr>
          <p:cNvPr id="6" name="text-83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3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9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0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9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3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4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47"/>
          <p:cNvSpPr/>
          <p:nvPr/>
        </p:nvSpPr>
        <p:spPr>
          <a:xfrm>
            <a:off x="548640" y="2560320"/>
            <a:ext cx="6464808" cy="0"/>
          </a:xfrm>
          <a:prstGeom prst="line">
            <a:avLst/>
          </a:prstGeom>
          <a:noFill/>
          <a:ln w="9525">
            <a:solidFill>
              <a:schemeClr val="tx2"/>
            </a:solidFill>
            <a:prstDash val="solid"/>
          </a:ln>
        </p:spPr>
      </p:sp>
      <p:sp>
        <p:nvSpPr>
          <p:cNvPr id="14" name="kicker-dot-94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4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56"/>
          <p:cNvSpPr/>
          <p:nvPr/>
        </p:nvSpPr>
        <p:spPr>
          <a:xfrm>
            <a:off x="548640" y="3566160"/>
            <a:ext cx="6464808" cy="0"/>
          </a:xfrm>
          <a:prstGeom prst="line">
            <a:avLst/>
          </a:prstGeom>
          <a:noFill/>
          <a:ln w="9525">
            <a:solidFill>
              <a:schemeClr val="tx2"/>
            </a:solidFill>
            <a:prstDash val="solid"/>
          </a:ln>
        </p:spPr>
      </p:sp>
      <p:sp>
        <p:nvSpPr>
          <p:cNvPr id="23" name="kicker-dot-95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5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5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5"/>
          <p:cNvSpPr/>
          <p:nvPr/>
        </p:nvSpPr>
        <p:spPr>
          <a:xfrm>
            <a:off x="548640" y="4572000"/>
            <a:ext cx="6464808" cy="0"/>
          </a:xfrm>
          <a:prstGeom prst="line">
            <a:avLst/>
          </a:prstGeom>
          <a:noFill/>
          <a:ln w="9525">
            <a:solidFill>
              <a:schemeClr val="tx2"/>
            </a:solidFill>
            <a:prstDash val="solid"/>
          </a:ln>
        </p:spPr>
      </p:sp>
      <p:sp>
        <p:nvSpPr>
          <p:cNvPr id="32" name="kicker-dot-96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6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6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6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4"/>
          <p:cNvSpPr/>
          <p:nvPr/>
        </p:nvSpPr>
        <p:spPr>
          <a:xfrm>
            <a:off x="548640" y="5577840"/>
            <a:ext cx="6464808" cy="0"/>
          </a:xfrm>
          <a:prstGeom prst="line">
            <a:avLst/>
          </a:prstGeom>
          <a:noFill/>
          <a:ln w="9525">
            <a:solidFill>
              <a:schemeClr val="tx2"/>
            </a:solidFill>
            <a:prstDash val="solid"/>
          </a:ln>
        </p:spPr>
      </p:sp>
      <p:sp>
        <p:nvSpPr>
          <p:cNvPr id="41" name="kicker-dot-97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7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7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7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7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3"/>
          <p:cNvSpPr/>
          <p:nvPr/>
        </p:nvSpPr>
        <p:spPr>
          <a:xfrm>
            <a:off x="548640" y="6583680"/>
            <a:ext cx="6464808" cy="0"/>
          </a:xfrm>
          <a:prstGeom prst="line">
            <a:avLst/>
          </a:prstGeom>
          <a:noFill/>
          <a:ln w="9525">
            <a:solidFill>
              <a:schemeClr val="tx2"/>
            </a:solidFill>
            <a:prstDash val="solid"/>
          </a:ln>
        </p:spPr>
      </p:sp>
      <p:sp>
        <p:nvSpPr>
          <p:cNvPr id="50" name="kicker-dot-98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8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8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8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8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2"/>
          <p:cNvSpPr/>
          <p:nvPr/>
        </p:nvSpPr>
        <p:spPr>
          <a:xfrm>
            <a:off x="548640" y="7589520"/>
            <a:ext cx="6464808" cy="0"/>
          </a:xfrm>
          <a:prstGeom prst="line">
            <a:avLst/>
          </a:prstGeom>
          <a:noFill/>
          <a:ln w="9525">
            <a:solidFill>
              <a:schemeClr val="tx2"/>
            </a:solidFill>
            <a:prstDash val="solid"/>
          </a:ln>
        </p:spPr>
      </p:sp>
      <p:sp>
        <p:nvSpPr>
          <p:cNvPr id="59" name="kicker-dot-99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9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9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9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9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1"/>
          <p:cNvSpPr/>
          <p:nvPr/>
        </p:nvSpPr>
        <p:spPr>
          <a:xfrm>
            <a:off x="548640" y="8595360"/>
            <a:ext cx="6464808" cy="0"/>
          </a:xfrm>
          <a:prstGeom prst="line">
            <a:avLst/>
          </a:prstGeom>
          <a:noFill/>
          <a:ln w="9525">
            <a:solidFill>
              <a:schemeClr val="tx2"/>
            </a:solidFill>
            <a:prstDash val="solid"/>
          </a:ln>
        </p:spPr>
      </p:sp>
      <p:sp>
        <p:nvSpPr>
          <p:cNvPr id="68" name="kicker-dot-100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0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0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0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0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37 explains how to read our numbers.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10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1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1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1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102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2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2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2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3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3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3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Nguyễn Đông Bảo · Nguyễn Bá Hiếu Thiện · Phan Minh Khôi · Dương Hàng Nguyên · Phạm Phước Khoa · Nguyễn Minh Triết</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1"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2026-10-28T13:40:03Z</dcterms:created>
  <dcterms:modified xsi:type="dcterms:W3CDTF">2026-10-28T13:40:03Z</dcterms:modified>
</cp:coreProperties>
</file>